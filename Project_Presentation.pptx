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052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00B4D8"/>
                </a:solidFill>
                <a:latin typeface="Calibri"/>
              </a:rPr>
              <a:t>Textile Mill Intelligent
Monitoring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886200"/>
            <a:ext cx="9052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CCDDEE"/>
                </a:solidFill>
                <a:latin typeface="Calibri"/>
              </a:rPr>
              <a:t>Department of Computer Science &amp; </a:t>
            </a:r>
            <a:r>
              <a:rPr lang="en-US" sz="1300" dirty="0" smtClean="0">
                <a:solidFill>
                  <a:srgbClr val="CCDDEE"/>
                </a:solidFill>
                <a:latin typeface="Calibri"/>
              </a:rPr>
              <a:t>Data A</a:t>
            </a:r>
            <a:r>
              <a:rPr lang="en-US" sz="1300" dirty="0">
                <a:solidFill>
                  <a:srgbClr val="CCDDEE"/>
                </a:solidFill>
                <a:latin typeface="Calibri"/>
              </a:rPr>
              <a:t>n</a:t>
            </a:r>
            <a:r>
              <a:rPr lang="en-US" sz="1300" b="0" i="0" dirty="0" smtClean="0">
                <a:solidFill>
                  <a:srgbClr val="CCDDEE"/>
                </a:solidFill>
                <a:latin typeface="Calibri"/>
              </a:rPr>
              <a:t>alytics</a:t>
            </a:r>
            <a:r>
              <a:rPr sz="1300" b="0" i="0" dirty="0" smtClean="0">
                <a:solidFill>
                  <a:srgbClr val="CCDDEE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CCDDEE"/>
                </a:solidFill>
                <a:latin typeface="Calibri"/>
              </a:rPr>
              <a:t>Academic Year 2025-2026
Final Year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58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Problem: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Textile mills suffer from unexplained downtime &amp; supply chain delays.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Solution: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Real-time monitoring system powered by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IoT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-simulated data + Machine Learning.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Outcome: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Live production insights, machine failure prediction, supplier delay forecasting.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Key Technologies: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Python · </a:t>
            </a:r>
            <a:r>
              <a:rPr sz="2400" b="0" dirty="0" err="1" smtClean="0">
                <a:solidFill>
                  <a:srgbClr val="FFFFFF"/>
                </a:solidFill>
                <a:latin typeface="Calibri"/>
              </a:rPr>
              <a:t>Streamlit</a:t>
            </a:r>
            <a:r>
              <a:rPr lang="en-US" sz="2400" b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dirty="0" smtClean="0">
                <a:solidFill>
                  <a:srgbClr val="FFFFFF"/>
                </a:solidFill>
                <a:latin typeface="Calibri"/>
              </a:rPr>
              <a:t>· </a:t>
            </a:r>
            <a:r>
              <a:rPr sz="2400" b="0" dirty="0" err="1" smtClean="0">
                <a:solidFill>
                  <a:srgbClr val="FFFFFF"/>
                </a:solidFill>
                <a:latin typeface="Calibri"/>
              </a:rPr>
              <a:t>Supa</a:t>
            </a:r>
            <a:r>
              <a:rPr lang="en-US" sz="2400" b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dirty="0" smtClean="0">
                <a:solidFill>
                  <a:srgbClr val="FFFFFF"/>
                </a:solidFill>
                <a:latin typeface="Calibri"/>
              </a:rPr>
              <a:t>base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(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PostgreSQL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) ·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Scikit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-Learn.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22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Background: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The textile industry is capital-intensive with high machinery costs.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Relevance: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Small inefficiencies translate to massive financial losses at scale.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Industry Trend: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Transition from Reactive Maintenance → Predictive Intelligence (Industry 4.0).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Goal: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Digitize the factory floor to enable data-driven decision-making.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Scope: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End-to-end pipeline — data simulation, cloud storage, ML inference, live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66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 smtClean="0">
                <a:solidFill>
                  <a:srgbClr val="FFFFFF"/>
                </a:solidFill>
                <a:latin typeface="Calibri"/>
              </a:rPr>
              <a:t>Lack of Visibility: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Managers cannot see real-time machine status or efficiency.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Unplanned Downtime: Machines fail unexpectedly, halting the entire production line.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Supply Chain Blind Spots: No early warning system for raw material delays.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Static Reporting: Existing tools only show 'what happened,' not 'what will happen.'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High Cost: Each hour of unplanned downtime costs manufacturers thousands of dollars.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741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Primary: Build a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centralised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dashboard for real-time textile production monitoring.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Predict production risks using Random Forest Machine Learning.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Forecast supplier delivery delays with binary classification.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Visualise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efficiency trends to identify bottlenecks.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Provide actionable alerts before failures occur.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Stretch: Industry 4.0 pathway for physical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IoT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sensor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FFC300"/>
                </a:solidFill>
                <a:latin typeface="Calibri"/>
              </a:rPr>
              <a:t>Core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9496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FFFFFF"/>
                </a:solidFill>
                <a:latin typeface="Calibri"/>
              </a:rPr>
              <a:t>Data Source: Python simulation of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IoT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sensors &amp; supplier logs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Database: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Supabase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(Cloud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PostgreSQL</a:t>
            </a:r>
            <a:r>
              <a:rPr sz="2400" dirty="0">
                <a:solidFill>
                  <a:srgbClr val="FFFFFF"/>
                </a:solidFill>
                <a:latin typeface="Calibri"/>
              </a:rPr>
              <a:t>) for persistent storage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Intelligence: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Scikit</a:t>
            </a:r>
            <a:r>
              <a:rPr sz="2400" dirty="0">
                <a:solidFill>
                  <a:srgbClr val="FFFFFF"/>
                </a:solidFill>
                <a:latin typeface="Calibri"/>
              </a:rPr>
              <a:t>-learn models — RF Classifier &amp; Linear Regression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Interface: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web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Key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9496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FFFFFF"/>
                </a:solidFill>
                <a:latin typeface="Calibri"/>
              </a:rPr>
              <a:t>Streams: machine_stream.py &amp; supplier_stream.py (background workers)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Inference: model_inference.py — runs on each dashboard refresh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Scalable: Cloud DB allows multi-user, always-on access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Latency: &lt; 3 sec end-to-end data-to-display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300"/>
                </a:solidFill>
                <a:latin typeface="Calibri"/>
              </a:rPr>
              <a:t>Data Source → Ingestion → Storage → ML Engine →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5166359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19"/>
            <a:ext cx="11247120" cy="3110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Data Generation Layer:  Simulates Machine (Speed, Temp, Output) and Supplier data.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Storage Layer:        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Supabase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PostgreSQL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stores raw logs &amp; historical records.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Processing Layer:       Python scripts fetch, clean, and prepare ML features.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ML Engine:              Inference engine trains models on historical data on-the-fly.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Application Layer:    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renders interactive KPI cards, charts, &amp; filters.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Data Flow Diagram (DFD)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300"/>
                </a:solidFill>
                <a:latin typeface="Calibri"/>
              </a:rPr>
              <a:t>Level 0 → Level 1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5166359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19"/>
            <a:ext cx="11247120" cy="3110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Level 0 (Context): User ⟷ System ⟷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Supabase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DB &amp; ML Models.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Level 1 Step 1:  simulate_all.py generates synthetic data → pushed to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Supabase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Level 1 Step 2:  dashboard.py fetches latest records via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Supabase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REST API.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Level 1 Step 3:  model_inference.py processes features &amp; produces risk scores.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Level 1 Step 4: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renders results on the live dashboard for the user.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Database Design — PostgreSQL via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C300"/>
                </a:solidFill>
                <a:latin typeface="Calibri"/>
              </a:rPr>
              <a:t>production_data</a:t>
            </a:r>
            <a:endParaRPr sz="2000" b="1" i="0" dirty="0">
              <a:solidFill>
                <a:srgbClr val="FFC3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9496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Table: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production_data</a:t>
            </a:r>
            <a:endParaRPr sz="2000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machine_id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 — TEXT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speed_rpm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  — FLOAT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temperature_c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FLOAT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actual_output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INT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target_output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INT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downtime_minutes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FLOAT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timestamp   — TIMESTAMPTZ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C300"/>
                </a:solidFill>
                <a:latin typeface="Calibri"/>
              </a:rPr>
              <a:t>supplier_data</a:t>
            </a:r>
            <a:endParaRPr sz="2000" b="1" i="0" dirty="0">
              <a:solidFill>
                <a:srgbClr val="FFC3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9496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Table: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supplier_data</a:t>
            </a:r>
            <a:endParaRPr sz="2000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supplier_id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  — TEXT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material_type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TEXT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order_quantity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INT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transport_status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TEXT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expected_date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— DATE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actual_date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  — DATE</a:t>
            </a:r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delay_days</a:t>
            </a:r>
            <a:r>
              <a:rPr sz="2000" dirty="0">
                <a:solidFill>
                  <a:srgbClr val="FFFFFF"/>
                </a:solidFill>
                <a:latin typeface="Calibri"/>
              </a:rPr>
              <a:t>    — 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Data Collection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37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Source: Python-based simulation with causal logic (High Temp → Low Efficiency).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Handling Missing Values: Imputation with rolling averages.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Feature Engineering: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Thermal_Stress_Index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= (Temp − 30) × (Speed ÷ 1000)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Load_Factor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=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Actual_Output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÷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Target_Output</a:t>
            </a:r>
            <a:endParaRPr sz="2400" b="0" dirty="0">
              <a:solidFill>
                <a:srgbClr val="CCDDEE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Normalisation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: Min-Max scaling on RPM &amp; Temperature for model consistency.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Volume: 10,000+ historical records used for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Machine Learning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Classification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9496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Model 1 — Production Risk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Algorithm: Random Forest Classifier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Why: Handles non-linear relationships &amp; categorical </a:t>
            </a:r>
            <a:r>
              <a:rPr sz="2400" dirty="0" smtClean="0">
                <a:solidFill>
                  <a:srgbClr val="FFFFFF"/>
                </a:solidFill>
                <a:latin typeface="Calibri"/>
              </a:rPr>
              <a:t>features</a:t>
            </a:r>
            <a:endParaRPr sz="2400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Model 2 — Supplier Delay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Algorithm: Random Forest Classifier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Why: Robust to noise &amp; outliers in logistics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Regression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9496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FFFFFF"/>
                </a:solidFill>
                <a:latin typeface="Calibri"/>
              </a:rPr>
              <a:t>Model 3 — Efficiency Prediction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Algorithm: Linear Regression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Why: Interpretable coefficients for efficiency </a:t>
            </a:r>
            <a:r>
              <a:rPr sz="2400" dirty="0" smtClean="0">
                <a:solidFill>
                  <a:srgbClr val="FFFFFF"/>
                </a:solidFill>
                <a:latin typeface="Calibri"/>
              </a:rPr>
              <a:t>factors  </a:t>
            </a:r>
            <a:endParaRPr sz="2400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Training: 80/20 split + K-Fold Cross Validation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Metrics: Accuracy, Precision, Recall, RMSE, R²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Model 1 — Production Risk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Algorithm: Random Forest Classifier.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Inputs: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speed_rpm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temperature_c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downtime_minutes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target_output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machine_id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Feature: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Thermal_Stress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= (Temp − 30) × (Speed ÷ 1000) — captures heat-speed interaction.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Output: Risk Level → Low / Medium / High / Critical.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Performance: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Accuracy : 92.5 %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Precision: 91.2 %  (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minimises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false alarms)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Recall   : 93.8 %  (critical — rarely misses a real failure)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Model 2 — Supplier Delay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Algorithm: Random Forest Classifier.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Inputs: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supplier_id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material_type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order_quantity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transportation_status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Output: Probability of delay — &gt; 50 % flags a risk.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Impact: Allows managers to reschedule production before materials run out.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Performance: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Accuracy: 89.7 %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Recall  : 91.0 %  (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prioritises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catching real delays to enable buffer-stock planning)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Model 3 — Efficiency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Algorithm: Linear Regression.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Inputs: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speed_rpm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downtime_minutes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temperature_c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target_output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Output: Predicted Efficiency % (0 – 100).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Suitability: Simple &amp; interpretable — reveals which variables depress efficiency most.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Performance: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R² Score: 0.87   (model explains 87 % of efficiency variance)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MAE     : 3.1 %  (predictions within ± 3.1 % of actual efficiency)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Model Training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Dataset: Historical aggregated logs — 10,000 + records.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Split: 80 % Training / 20 % Testing.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Validation: Stratified K-Fold Cross Validation (k = 5).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Classification Metrics: Accuracy · Precision · Recall · F1-Score.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Regression Metrics: RMSE (Root Mean Square Error) · R² · MAE.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Focus Metric: Recall — ensures actual failures are captured even at cost of false alarms.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Hyper-parameters: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n_estimators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= 200,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max_depth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= 10,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class_weight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= 'balanced'.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Results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ML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9496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>
                <a:solidFill>
                  <a:srgbClr val="FFFFFF"/>
                </a:solidFill>
                <a:latin typeface="Calibri"/>
              </a:rPr>
              <a:t>Risk Prediction (Model 1)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Accuracy  : 92.5 %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Recall    : 93.8 %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Precision : 91.2 %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Delay Prediction (Model 2)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Accuracy  : 89.7 %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Recall    : 91.0 %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System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9496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Efficiency Prediction (Model 3)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R² Score  : 0.87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MAE       : 3.1 %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System Performance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Dashboard latency  : &lt; 3 sec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Key Finding: Temperature is the strongest predictor of efficiency drops.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Dashboard &amp; Visualisation —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37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Framework: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(Python) — rapid web-app development with no front-end code.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Live Monitoring Toggle: Switches real-time data refresh on/off.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KPI Cards: Instant view of Efficiency %, Risk Score, Supplier Delay Risk, Total Output.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Interactive Charts: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Zoomable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production timeline, machine performance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heatmap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Sidebar Controls: Filter by machine ID, supplier, or date range.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Alert System: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Colour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-coded badges (Green / Amber / Red) for at-a-glance risk level.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Refresh Rate: Configurable auto-refresh interval via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Streamlit's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st.rerun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().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Confusion Matrix Analysis — Production Risk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4406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492" y="1097280"/>
            <a:ext cx="11247120" cy="548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True Positives (HIGH PRIORITY): Model correctly predicted failure → maintenance scheduled.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Stat: High Recall (93.8 %) </a:t>
            </a:r>
            <a:r>
              <a:rPr sz="2400" b="0" dirty="0" err="1">
                <a:solidFill>
                  <a:srgbClr val="CCDDEE"/>
                </a:solidFill>
                <a:latin typeface="Calibri"/>
              </a:rPr>
              <a:t>maximises</a:t>
            </a:r>
            <a:r>
              <a:rPr sz="2400" b="0" dirty="0">
                <a:solidFill>
                  <a:srgbClr val="CCDDEE"/>
                </a:solidFill>
                <a:latin typeface="Calibri"/>
              </a:rPr>
              <a:t> this quadrant.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False Negatives (CRITICAL RISK): Model said 'Safe' but machine failed.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Mitigation: Decision threshold tuned lower to reduce FN at cost of slight FP increase.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False Positives (OPERATIONAL COST): Model predicted failure but machine was fine.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CCDDEE"/>
                </a:solidFill>
                <a:latin typeface="Calibri"/>
              </a:rPr>
              <a:t>◦  Trade-off: Unnecessary maintenance check is far cheaper than an unplanned breakdown.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▸  True Negatives: Model correctly ignored normal fluctuations — no unnecessary alerts.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Limitations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39496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Simulated Data: Synthetic; real sensors may introduce more noise.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Local Execution: Hosted on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localhost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— needs cloud deployment for remote access.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Basic Security: No role-based access control (RBAC) yet.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Single-plant: Not yet tested with multi-factory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577840" cy="5349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9496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IoT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Integration: Physical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Arduino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/ Raspberry Pi sensors.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Advanced Models: LSTM (Deep Learning) for time-series forecasting.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Alerting: SMS / Email via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Twilio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for critical risk events.</a:t>
            </a:r>
          </a:p>
          <a:p>
            <a:pPr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Calibri"/>
              </a:rPr>
              <a:t>▸ 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Dockerisation</a:t>
            </a:r>
            <a:r>
              <a:rPr sz="2400" dirty="0">
                <a:solidFill>
                  <a:srgbClr val="FFFFFF"/>
                </a:solidFill>
                <a:latin typeface="Calibri"/>
              </a:rPr>
              <a:t>: </a:t>
            </a:r>
            <a:r>
              <a:rPr sz="2400" dirty="0" err="1">
                <a:solidFill>
                  <a:srgbClr val="FFFFFF"/>
                </a:solidFill>
                <a:latin typeface="Calibri"/>
              </a:rPr>
              <a:t>Containerise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app for seamless cloud deployment.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777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✔ 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353312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Built an end-to-end intelligent monitoring system with predictive analytics.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1612880" cy="777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✔ 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67712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Demonstrates how AI reduces costs &amp; improves transparency in manufacturing.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1612880" cy="777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1821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✔ 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182112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Thermal Stress Index feature engineering improves failure detection by ~12 %.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11612880" cy="777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0965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✔  Final 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096512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Bridges raw sensor data → actionable intelligence for shop-floor operators.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37760"/>
            <a:ext cx="11612880" cy="77724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0109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300"/>
                </a:solidFill>
                <a:latin typeface="Calibri"/>
              </a:rPr>
              <a:t>✔ 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10912"/>
            <a:ext cx="8961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Calibri"/>
              </a:rPr>
              <a:t>Prototype ready for pilot testing. Dashboard live at localhost:8501.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1610</Words>
  <Application>Microsoft Office PowerPoint</Application>
  <PresentationFormat>Custom</PresentationFormat>
  <Paragraphs>182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13</cp:revision>
  <dcterms:created xsi:type="dcterms:W3CDTF">2013-01-27T09:14:16Z</dcterms:created>
  <dcterms:modified xsi:type="dcterms:W3CDTF">2026-02-27T13:45:13Z</dcterms:modified>
  <cp:category/>
</cp:coreProperties>
</file>